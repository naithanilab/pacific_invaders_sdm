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73F2-127A-4EC7-81E5-4323F4FD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2C257-952C-4A31-9BFB-DB90A1474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A1194-32F2-47F6-B96D-293EC4B3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B9CE-F32B-48CF-878E-28B4D76F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11C4-4A71-45BF-ADB4-D5CEDC2B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96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974A-B6A4-4685-AE7B-D9D2D521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2F34-B1ED-4D69-BDB2-C35A18EE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38AC-409D-431A-B0CF-9DEE3F14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3EB0D-50D7-4B53-B5DB-B7C114C6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03AD-DC88-46FD-941D-37112BE2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37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E466-A80A-43BA-ACFB-D532BDE6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BD90-925D-4A38-AC9F-5D9CDF1B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55DC-3FF6-4538-ABA8-4CABB44B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C0B4-970F-4083-8B8E-8C42265C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4FE5-EB17-473A-A031-DED6FD80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60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CA48-37CA-4737-8949-C13B056E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B34A-4E6E-47AA-8ABC-4FE23BFF9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71F2E-C751-440A-BC72-18A1D639B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58DA-8A47-4685-A041-02D653AF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0654D-0995-4279-A2B9-7422AB18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520F8-4026-49FE-B523-77F77D00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8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0708-A96A-4196-8772-719E27CD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BB46F-58D9-434A-9A2D-1E9DAB328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D9EAD-DDAF-4574-8424-4AEE8CF91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8B1FE-889B-434F-999B-DBA785C94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D12EA-070C-4C66-AB47-2DD0964D7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A0E12-D7EE-4C8B-970C-8FBD219A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28641-2B9F-4852-A052-4B22203A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20DFF-FC7C-45E2-B41A-53A92954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025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4B27-2A01-4928-B1E8-A9598E89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F9CBD-D9C2-48D3-A3EC-3CD339C2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DD463-CC8D-41FE-8F6F-F12C5DC3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DBB46-2A31-4B2D-BAA4-BEDA5FA8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782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20990-2BFD-4F9D-ABA7-72E2B69F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653F5-8A75-4AA8-A29C-3B43D4AD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7AD98-CF8C-43D4-8CA7-129E8562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541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C16-4E1C-4C47-9CEF-A424D5CB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03F8-643E-4496-855B-45A236C31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48055-E874-440C-AF10-B332D800C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DD936-A4BC-48AD-B974-15C35A16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B43BA-6424-46B1-A391-DFBF00DB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1A7B3-4B93-4D74-8310-2F59C43D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081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95BB-C8EB-4F62-9086-AD54F93D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9DE69-3362-4EC5-B7AA-D4A918FA1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32E94-AF44-4FC8-830A-B069437F3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66A94-331E-478C-A180-215BA87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108C6-1ED6-43FD-82DF-DD595E7D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732FC-D5E2-4894-B086-5574FA4F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305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1D6B-B708-4140-A913-F46C0FF7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E980-1D62-476D-8F0D-43682EEAF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0EAB-1F5C-48AF-9C02-56C17123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589A7-591A-4918-AE18-5C243A79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1B73-1990-4127-9835-4D942FDC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111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A67BD-8692-41CE-8898-FD472FAB6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96F84-0988-4A86-B3AF-F25C1BE17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09DB5-47F6-4849-88DD-FB4FF75B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99EFC-09B6-4524-AA74-C4B529FD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BDDF-C0B6-4987-8AA7-F9EE778E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808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C54F3-5F3F-4596-86F1-30E8DDFA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E6560-2174-45CF-A4A5-793F02B59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176DD-4CB3-433D-8D37-3230D5B82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6322-E211-4B37-A221-DB570C4421FF}" type="datetimeFigureOut">
              <a:rPr lang="en-DE" smtClean="0"/>
              <a:t>01/27/2021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5BFA4-77B8-4060-B8E8-8B7FB89F4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9B74-3FCD-45C6-BAD1-3A9C61EC3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547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553075-2F19-4CF6-8C38-D1F184F1F836}"/>
              </a:ext>
            </a:extLst>
          </p:cNvPr>
          <p:cNvSpPr/>
          <p:nvPr/>
        </p:nvSpPr>
        <p:spPr>
          <a:xfrm>
            <a:off x="0" y="1"/>
            <a:ext cx="12192000" cy="1248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F698F0-8781-4ECA-AC33-9045C571E274}"/>
              </a:ext>
            </a:extLst>
          </p:cNvPr>
          <p:cNvSpPr/>
          <p:nvPr/>
        </p:nvSpPr>
        <p:spPr>
          <a:xfrm>
            <a:off x="2148589" y="135621"/>
            <a:ext cx="1887524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Occurrence data </a:t>
            </a:r>
            <a:r>
              <a:rPr lang="ro-RO" dirty="0"/>
              <a:t>GBIF and BIEN</a:t>
            </a:r>
            <a:endParaRPr lang="en-US" dirty="0"/>
          </a:p>
          <a:p>
            <a:pPr algn="ctr"/>
            <a:r>
              <a:rPr lang="fr-FR" sz="1200" dirty="0"/>
              <a:t>(PacAlienSpp_GBIFBIEN_occurrences_Aug2018.Rdata)</a:t>
            </a:r>
            <a:endParaRPr lang="en-D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195E5-9520-45DE-8F17-60A70C0103A9}"/>
              </a:ext>
            </a:extLst>
          </p:cNvPr>
          <p:cNvSpPr/>
          <p:nvPr/>
        </p:nvSpPr>
        <p:spPr>
          <a:xfrm>
            <a:off x="4183304" y="135621"/>
            <a:ext cx="2432806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GADM shapefile 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gadm36_0.shp</a:t>
            </a:r>
            <a:r>
              <a:rPr lang="en-US" sz="12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Check country ISO &amp; name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Remove points in water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AF32F-A7B4-432F-92BD-9DDB4BC56333}"/>
              </a:ext>
            </a:extLst>
          </p:cNvPr>
          <p:cNvSpPr/>
          <p:nvPr/>
        </p:nvSpPr>
        <p:spPr>
          <a:xfrm>
            <a:off x="6753126" y="135621"/>
            <a:ext cx="1543586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GIFT</a:t>
            </a:r>
            <a:r>
              <a:rPr lang="ro-RO" dirty="0"/>
              <a:t> shapefile</a:t>
            </a:r>
            <a:endParaRPr lang="en-US" dirty="0"/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geoentities.sh</a:t>
            </a:r>
            <a:r>
              <a:rPr lang="en-US" sz="1200" dirty="0"/>
              <a:t> in geoentities_2018-05-09)</a:t>
            </a:r>
          </a:p>
          <a:p>
            <a:r>
              <a:rPr lang="en-US" sz="1400" dirty="0"/>
              <a:t>- Get </a:t>
            </a:r>
            <a:r>
              <a:rPr lang="en-US" sz="1400" dirty="0" err="1"/>
              <a:t>geoentity</a:t>
            </a:r>
            <a:r>
              <a:rPr lang="en-US" sz="1400" dirty="0"/>
              <a:t> IDs</a:t>
            </a:r>
            <a:endParaRPr lang="en-D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7430B-FB80-4130-90F2-C59BA00217F9}"/>
              </a:ext>
            </a:extLst>
          </p:cNvPr>
          <p:cNvSpPr/>
          <p:nvPr/>
        </p:nvSpPr>
        <p:spPr>
          <a:xfrm>
            <a:off x="8433728" y="135621"/>
            <a:ext cx="2147582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ro-RO" dirty="0"/>
              <a:t>otanical</a:t>
            </a:r>
            <a:r>
              <a:rPr lang="en-US" dirty="0"/>
              <a:t> G</a:t>
            </a:r>
            <a:r>
              <a:rPr lang="ro-RO" dirty="0"/>
              <a:t>arden</a:t>
            </a:r>
            <a:r>
              <a:rPr lang="en-US" dirty="0"/>
              <a:t>s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BGCI_garden_coordinates.csv</a:t>
            </a:r>
            <a:r>
              <a:rPr lang="en-US" sz="1200" dirty="0"/>
              <a:t>)</a:t>
            </a:r>
          </a:p>
          <a:p>
            <a:r>
              <a:rPr lang="en-US" sz="1400" dirty="0"/>
              <a:t>- Make 10 km buffers</a:t>
            </a:r>
            <a:endParaRPr lang="en-DE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198AA-BE31-49A7-95DA-0F74D49E8A3E}"/>
              </a:ext>
            </a:extLst>
          </p:cNvPr>
          <p:cNvSpPr/>
          <p:nvPr/>
        </p:nvSpPr>
        <p:spPr>
          <a:xfrm>
            <a:off x="143968" y="135621"/>
            <a:ext cx="1887524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native/cultivation status data</a:t>
            </a:r>
          </a:p>
          <a:p>
            <a:r>
              <a:rPr lang="en-US" sz="1200" dirty="0"/>
              <a:t>(Pacific_Invaders_GIFT_22_01.csv)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85AEF-E8A1-4A70-897F-C6F40155F8D5}"/>
              </a:ext>
            </a:extLst>
          </p:cNvPr>
          <p:cNvSpPr txBox="1"/>
          <p:nvPr/>
        </p:nvSpPr>
        <p:spPr>
          <a:xfrm>
            <a:off x="10939244" y="49495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67D7D-7403-4FC4-8C09-B5D9E385B79E}"/>
              </a:ext>
            </a:extLst>
          </p:cNvPr>
          <p:cNvSpPr/>
          <p:nvPr/>
        </p:nvSpPr>
        <p:spPr>
          <a:xfrm>
            <a:off x="3573710" y="1964557"/>
            <a:ext cx="2329336" cy="7659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Occ. data with GADM country ISO &amp; name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occ_gadm.rds</a:t>
            </a:r>
            <a:r>
              <a:rPr lang="en-US" sz="1200" dirty="0"/>
              <a:t>)</a:t>
            </a:r>
            <a:endParaRPr lang="en-DE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0E1F5C-BDE8-4615-842E-B573B20ACB99}"/>
              </a:ext>
            </a:extLst>
          </p:cNvPr>
          <p:cNvSpPr/>
          <p:nvPr/>
        </p:nvSpPr>
        <p:spPr>
          <a:xfrm>
            <a:off x="3571688" y="3506166"/>
            <a:ext cx="2329336" cy="5500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occ. Data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occ_clean.rds</a:t>
            </a:r>
            <a:r>
              <a:rPr lang="en-US" sz="1200" dirty="0"/>
              <a:t>)</a:t>
            </a:r>
            <a:endParaRPr lang="en-DE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CC9581-8B95-4B38-B4B4-323F0AE9AA5D}"/>
              </a:ext>
            </a:extLst>
          </p:cNvPr>
          <p:cNvSpPr/>
          <p:nvPr/>
        </p:nvSpPr>
        <p:spPr>
          <a:xfrm>
            <a:off x="3573710" y="4864931"/>
            <a:ext cx="2329336" cy="132894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occ. data with GIFT </a:t>
            </a:r>
            <a:r>
              <a:rPr lang="en-US" dirty="0" err="1"/>
              <a:t>geoentity</a:t>
            </a:r>
            <a:r>
              <a:rPr lang="en-US" dirty="0"/>
              <a:t> ID 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occ_clean_g</a:t>
            </a:r>
            <a:r>
              <a:rPr lang="en-US" sz="1200" dirty="0" err="1"/>
              <a:t>ift</a:t>
            </a:r>
            <a:r>
              <a:rPr lang="ro-RO" sz="1200" dirty="0"/>
              <a:t>.rds</a:t>
            </a:r>
            <a:r>
              <a:rPr lang="en-US" sz="1200" dirty="0"/>
              <a:t>)</a:t>
            </a:r>
          </a:p>
          <a:p>
            <a:r>
              <a:rPr lang="en-US" sz="1400" dirty="0"/>
              <a:t>Keys: </a:t>
            </a:r>
          </a:p>
          <a:p>
            <a:r>
              <a:rPr lang="en-US" sz="1400" dirty="0"/>
              <a:t>- species name</a:t>
            </a:r>
          </a:p>
          <a:p>
            <a:r>
              <a:rPr lang="en-US" sz="1400" dirty="0"/>
              <a:t>- GIFT ID</a:t>
            </a:r>
            <a:endParaRPr lang="en-DE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1813A1-C997-40F8-8307-5E912813993A}"/>
              </a:ext>
            </a:extLst>
          </p:cNvPr>
          <p:cNvCxnSpPr>
            <a:cxnSpLocks/>
            <a:stCxn id="2" idx="2"/>
            <a:endCxn id="41" idx="0"/>
          </p:cNvCxnSpPr>
          <p:nvPr/>
        </p:nvCxnSpPr>
        <p:spPr>
          <a:xfrm>
            <a:off x="3092351" y="1159078"/>
            <a:ext cx="1646027" cy="302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D9B1AD-FF70-4C90-8AA9-736CBF588AA5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738378" y="1159078"/>
            <a:ext cx="661329" cy="302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D9279E-4CB9-442A-8D05-911D8DC898B9}"/>
              </a:ext>
            </a:extLst>
          </p:cNvPr>
          <p:cNvCxnSpPr>
            <a:cxnSpLocks/>
            <a:stCxn id="55" idx="2"/>
            <a:endCxn id="13" idx="0"/>
          </p:cNvCxnSpPr>
          <p:nvPr/>
        </p:nvCxnSpPr>
        <p:spPr>
          <a:xfrm flipH="1">
            <a:off x="4736356" y="3262382"/>
            <a:ext cx="2022" cy="2437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0230982-B238-4921-BFED-89AC0E6A9075}"/>
              </a:ext>
            </a:extLst>
          </p:cNvPr>
          <p:cNvSpPr/>
          <p:nvPr/>
        </p:nvSpPr>
        <p:spPr>
          <a:xfrm>
            <a:off x="8342850" y="2752047"/>
            <a:ext cx="2329336" cy="78437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Botanical garden buffers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botanical_gardens_buffers.rds</a:t>
            </a:r>
            <a:r>
              <a:rPr lang="en-US" sz="1200" dirty="0"/>
              <a:t>)</a:t>
            </a:r>
            <a:endParaRPr lang="en-DE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90DA15-30DA-4476-B68E-E6390B7019FB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9507519" y="1159078"/>
            <a:ext cx="0" cy="699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7EA41A8-10E6-4915-A53C-3EACBDBD06CF}"/>
              </a:ext>
            </a:extLst>
          </p:cNvPr>
          <p:cNvCxnSpPr>
            <a:cxnSpLocks/>
            <a:stCxn id="22" idx="1"/>
            <a:endCxn id="55" idx="3"/>
          </p:cNvCxnSpPr>
          <p:nvPr/>
        </p:nvCxnSpPr>
        <p:spPr>
          <a:xfrm flipH="1" flipV="1">
            <a:off x="5575186" y="3113477"/>
            <a:ext cx="2767664" cy="307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D46608-D031-4739-B1A0-59E9EFC90B13}"/>
              </a:ext>
            </a:extLst>
          </p:cNvPr>
          <p:cNvCxnSpPr>
            <a:cxnSpLocks/>
            <a:stCxn id="13" idx="2"/>
            <a:endCxn id="82" idx="0"/>
          </p:cNvCxnSpPr>
          <p:nvPr/>
        </p:nvCxnSpPr>
        <p:spPr>
          <a:xfrm>
            <a:off x="4736356" y="4056172"/>
            <a:ext cx="2023" cy="2527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B7C1D8-ACC6-43B5-80FB-E76E081C73ED}"/>
              </a:ext>
            </a:extLst>
          </p:cNvPr>
          <p:cNvCxnSpPr>
            <a:cxnSpLocks/>
            <a:stCxn id="14" idx="3"/>
            <a:endCxn id="163" idx="1"/>
          </p:cNvCxnSpPr>
          <p:nvPr/>
        </p:nvCxnSpPr>
        <p:spPr>
          <a:xfrm>
            <a:off x="5903046" y="5529403"/>
            <a:ext cx="460701" cy="8888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FD6D820-1DDF-4704-A53F-7E66DAD0EE65}"/>
              </a:ext>
            </a:extLst>
          </p:cNvPr>
          <p:cNvGrpSpPr/>
          <p:nvPr/>
        </p:nvGrpSpPr>
        <p:grpSpPr>
          <a:xfrm>
            <a:off x="8342851" y="5265036"/>
            <a:ext cx="3075969" cy="1503832"/>
            <a:chOff x="8286224" y="4690042"/>
            <a:chExt cx="3075969" cy="150383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561BAA2-024E-45E2-A056-90E85A2FFC87}"/>
                </a:ext>
              </a:extLst>
            </p:cNvPr>
            <p:cNvSpPr/>
            <p:nvPr/>
          </p:nvSpPr>
          <p:spPr>
            <a:xfrm>
              <a:off x="8286224" y="4690042"/>
              <a:ext cx="3075969" cy="15038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B45DBF-56BA-48DB-B329-E802D3349350}"/>
                </a:ext>
              </a:extLst>
            </p:cNvPr>
            <p:cNvSpPr/>
            <p:nvPr/>
          </p:nvSpPr>
          <p:spPr>
            <a:xfrm>
              <a:off x="8433727" y="5128471"/>
              <a:ext cx="2832337" cy="93816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Clean occ. data with alien status</a:t>
              </a:r>
            </a:p>
            <a:p>
              <a:pPr algn="ctr"/>
              <a:r>
                <a:rPr lang="en-US" sz="1200" dirty="0"/>
                <a:t>(</a:t>
              </a:r>
              <a:r>
                <a:rPr lang="en-US" sz="1200" dirty="0" err="1"/>
                <a:t>occurrence_clean_with_alien_status.rds</a:t>
              </a:r>
              <a:r>
                <a:rPr lang="en-US" sz="1200" dirty="0"/>
                <a:t>)</a:t>
              </a:r>
              <a:endParaRPr lang="en-DE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EA41BA-16CF-4A89-A334-7460FC7C0937}"/>
                </a:ext>
              </a:extLst>
            </p:cNvPr>
            <p:cNvSpPr txBox="1"/>
            <p:nvPr/>
          </p:nvSpPr>
          <p:spPr>
            <a:xfrm>
              <a:off x="9336734" y="4699828"/>
              <a:ext cx="974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  <a:endParaRPr lang="en-DE" dirty="0"/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8F90AE-1EA8-4045-8746-5E9352BB41A1}"/>
              </a:ext>
            </a:extLst>
          </p:cNvPr>
          <p:cNvSpPr/>
          <p:nvPr/>
        </p:nvSpPr>
        <p:spPr>
          <a:xfrm>
            <a:off x="7969541" y="1858204"/>
            <a:ext cx="3075955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data_prep_make_botanical_garden_buffers.R</a:t>
            </a:r>
            <a:endParaRPr lang="en-DE" sz="12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D58AEA-0878-4D15-8586-D868788A02A8}"/>
              </a:ext>
            </a:extLst>
          </p:cNvPr>
          <p:cNvSpPr/>
          <p:nvPr/>
        </p:nvSpPr>
        <p:spPr>
          <a:xfrm>
            <a:off x="3901570" y="2964572"/>
            <a:ext cx="1673616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data_prep_clean_occ.R</a:t>
            </a:r>
            <a:endParaRPr lang="en-DE" sz="1200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3445D48-AB1F-446D-97CC-8B20C995A087}"/>
              </a:ext>
            </a:extLst>
          </p:cNvPr>
          <p:cNvSpPr/>
          <p:nvPr/>
        </p:nvSpPr>
        <p:spPr>
          <a:xfrm>
            <a:off x="3551157" y="4308872"/>
            <a:ext cx="2374443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/>
              <a:t>data_prep_intersect_g</a:t>
            </a:r>
            <a:r>
              <a:rPr lang="en-US" sz="1400" dirty="0" err="1"/>
              <a:t>ift</a:t>
            </a:r>
            <a:r>
              <a:rPr lang="ro-RO" sz="1400" dirty="0"/>
              <a:t>.R</a:t>
            </a:r>
            <a:endParaRPr lang="en-DE" sz="14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9AC063B-EF3D-4BBC-91C3-39015676FDFF}"/>
              </a:ext>
            </a:extLst>
          </p:cNvPr>
          <p:cNvSpPr/>
          <p:nvPr/>
        </p:nvSpPr>
        <p:spPr>
          <a:xfrm>
            <a:off x="3721557" y="1462025"/>
            <a:ext cx="2033642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data_prep_intersect_gadm.R</a:t>
            </a:r>
            <a:endParaRPr lang="en-DE" sz="1200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B75AA6E8-F974-4F34-BC1D-1164F0BEABD0}"/>
              </a:ext>
            </a:extLst>
          </p:cNvPr>
          <p:cNvCxnSpPr>
            <a:cxnSpLocks/>
            <a:stCxn id="4" idx="2"/>
            <a:endCxn id="82" idx="3"/>
          </p:cNvCxnSpPr>
          <p:nvPr/>
        </p:nvCxnSpPr>
        <p:spPr>
          <a:xfrm rot="5400000">
            <a:off x="5075911" y="2008768"/>
            <a:ext cx="3298699" cy="159931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7CA3C83-C396-474D-9023-1585210EB6B0}"/>
              </a:ext>
            </a:extLst>
          </p:cNvPr>
          <p:cNvCxnSpPr>
            <a:cxnSpLocks/>
            <a:stCxn id="41" idx="2"/>
            <a:endCxn id="11" idx="0"/>
          </p:cNvCxnSpPr>
          <p:nvPr/>
        </p:nvCxnSpPr>
        <p:spPr>
          <a:xfrm>
            <a:off x="4738378" y="1759835"/>
            <a:ext cx="0" cy="204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B3E12E-E458-42CC-819C-9D7F6CD67820}"/>
              </a:ext>
            </a:extLst>
          </p:cNvPr>
          <p:cNvCxnSpPr>
            <a:cxnSpLocks/>
            <a:stCxn id="11" idx="2"/>
            <a:endCxn id="55" idx="0"/>
          </p:cNvCxnSpPr>
          <p:nvPr/>
        </p:nvCxnSpPr>
        <p:spPr>
          <a:xfrm>
            <a:off x="4738378" y="2730480"/>
            <a:ext cx="0" cy="2340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D109D20-9CB1-4CD1-B7CB-FCF172504593}"/>
              </a:ext>
            </a:extLst>
          </p:cNvPr>
          <p:cNvCxnSpPr>
            <a:cxnSpLocks/>
            <a:stCxn id="36" idx="2"/>
            <a:endCxn id="22" idx="0"/>
          </p:cNvCxnSpPr>
          <p:nvPr/>
        </p:nvCxnSpPr>
        <p:spPr>
          <a:xfrm flipH="1">
            <a:off x="9507518" y="2156014"/>
            <a:ext cx="1" cy="596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9BB2AD1-8C3F-4845-A78B-7AB515A89210}"/>
              </a:ext>
            </a:extLst>
          </p:cNvPr>
          <p:cNvCxnSpPr>
            <a:cxnSpLocks/>
            <a:stCxn id="82" idx="2"/>
            <a:endCxn id="14" idx="0"/>
          </p:cNvCxnSpPr>
          <p:nvPr/>
        </p:nvCxnSpPr>
        <p:spPr>
          <a:xfrm flipH="1">
            <a:off x="4738378" y="4606682"/>
            <a:ext cx="1" cy="2582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D3D1173-DCC3-410A-B754-7ABB08649AF3}"/>
              </a:ext>
            </a:extLst>
          </p:cNvPr>
          <p:cNvSpPr/>
          <p:nvPr/>
        </p:nvSpPr>
        <p:spPr>
          <a:xfrm>
            <a:off x="6363747" y="6269373"/>
            <a:ext cx="1518404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/>
              <a:t>data_prep_merge.R </a:t>
            </a:r>
            <a:endParaRPr lang="en-DE" sz="1200" dirty="0"/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E7992E-9FB8-4F0D-AC22-D8F195287AB3}"/>
              </a:ext>
            </a:extLst>
          </p:cNvPr>
          <p:cNvCxnSpPr>
            <a:cxnSpLocks/>
            <a:stCxn id="163" idx="3"/>
            <a:endCxn id="49" idx="1"/>
          </p:cNvCxnSpPr>
          <p:nvPr/>
        </p:nvCxnSpPr>
        <p:spPr>
          <a:xfrm flipV="1">
            <a:off x="7882151" y="6016952"/>
            <a:ext cx="460700" cy="4013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D2C2E1B-63D2-49D8-B6F0-07AEBBA88F35}"/>
              </a:ext>
            </a:extLst>
          </p:cNvPr>
          <p:cNvCxnSpPr>
            <a:stCxn id="7" idx="2"/>
            <a:endCxn id="163" idx="1"/>
          </p:cNvCxnSpPr>
          <p:nvPr/>
        </p:nvCxnSpPr>
        <p:spPr>
          <a:xfrm rot="16200000" flipH="1">
            <a:off x="1096138" y="1150669"/>
            <a:ext cx="5259200" cy="527601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83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Stefan, Valentin</dc:creator>
  <cp:lastModifiedBy>Stefan, Valentin</cp:lastModifiedBy>
  <cp:revision>63</cp:revision>
  <dcterms:created xsi:type="dcterms:W3CDTF">2020-12-11T09:27:15Z</dcterms:created>
  <dcterms:modified xsi:type="dcterms:W3CDTF">2021-01-27T16:23:39Z</dcterms:modified>
</cp:coreProperties>
</file>